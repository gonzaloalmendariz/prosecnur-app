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143000"/>
            <a:ext cx="11615623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9601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32.27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22676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22676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22676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92275" y="44805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92275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401920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401920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75688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75688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0756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756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32788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32788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732788" y="5220337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732788" y="5037457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732788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732788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32788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0967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0967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717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717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1933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41933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9252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9252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50193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50193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6046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6046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9542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224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283196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25119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9394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749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53749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18472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18472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71165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71165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7475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0353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83196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60804" y="2971800"/>
            <a:ext cx="542239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0804" y="2788920"/>
            <a:ext cx="54223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15.06 x 6.35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8804" y="2468880"/>
            <a:ext cx="31848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8.85 x 7.11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26564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0178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10178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62224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62224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35705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25.99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98635" y="522122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8635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9516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463040"/>
            <a:ext cx="11615623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32.27 x 8.89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331388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1388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04338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04338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58484" y="1691640"/>
            <a:ext cx="512338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58484" y="1508760"/>
            <a:ext cx="51233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14.23 x 11.73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604360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04360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22750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22750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85066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23.63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71950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71950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31236" y="2194560"/>
            <a:ext cx="66778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031236" y="2011680"/>
            <a:ext cx="6677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18.55 x 9.45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3290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3290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3796" y="1600200"/>
            <a:ext cx="11249863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3796" y="1417320"/>
            <a:ext cx="11249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31.25 x 11.94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1823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1823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74896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74896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5187798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187798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2939796" y="2286000"/>
            <a:ext cx="8963863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24.90 x 7.24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6285078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6285078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225796" y="2194560"/>
            <a:ext cx="6586423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225796" y="201168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18.30 x 9.58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22676" y="247954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22676" y="284530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40461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22676" y="368960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05536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1467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22676" y="489966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8356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52290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52290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2194560"/>
            <a:ext cx="558058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22676" y="201168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sobre riel al 100%, 15.50 x 10.08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767838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67838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0168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370168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6084" y="2103120"/>
            <a:ext cx="1465783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6084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8.53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6084" y="5175504"/>
            <a:ext cx="146578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6084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2.44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32.27 x 12.88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73684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3684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2356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62356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516888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516888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288036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288036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6871716" y="1508760"/>
            <a:ext cx="50319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6871716" y="1325880"/>
            <a:ext cx="5031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13.98 x 2.92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891794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891794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288036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288036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7786116" y="1508760"/>
            <a:ext cx="41175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7786116" y="1325880"/>
            <a:ext cx="41175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11.44 x 2.92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2884526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2884526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288036" y="2057400"/>
            <a:ext cx="1161562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288036" y="18745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32.27 x 10.08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986274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86274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59496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5949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9.99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5188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5188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929638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9638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336038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336038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67738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967738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066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066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31456" y="5029200"/>
            <a:ext cx="368640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531456" y="4846320"/>
            <a:ext cx="36864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10.24 x 1.78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32788" y="438912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420624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32788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732788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513838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513838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83350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83350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18968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18968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28088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28088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78118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8118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11418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11418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1463040"/>
            <a:ext cx="11615623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32.27 x 5.71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2026-10-07T21:17:51Z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