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gráficos, las dimensiones y las diferencias significativas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para el índice, de 5 a 13 capítulos, separadores de capítulo y subcapítulo, y cuatro cierres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ÍNDICE, SEPARADORES Y CIERRE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505663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42239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37667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42239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37667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42239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37667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2026-10-08T08:56:34Z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