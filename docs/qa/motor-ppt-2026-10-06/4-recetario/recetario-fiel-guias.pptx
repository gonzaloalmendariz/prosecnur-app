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15.50 x 10.08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80434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257" y="1737360"/>
            <a:ext cx="149377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55140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80434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3028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3086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92542" y="2322576"/>
            <a:ext cx="114905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2542" y="2441448"/>
            <a:ext cx="8043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229812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0728" y="2788920"/>
            <a:ext cx="57452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275257" y="2788920"/>
            <a:ext cx="919246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94503" y="2788920"/>
            <a:ext cx="57452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71952" y="1463040"/>
            <a:ext cx="2663876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4832" y="2240280"/>
            <a:ext cx="2895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44394" y="2240280"/>
            <a:ext cx="67564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74904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74904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46228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46228" y="2367382"/>
            <a:ext cx="17256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87739" y="1783080"/>
            <a:ext cx="919246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87739" y="1901952"/>
            <a:ext cx="64347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87739" y="2148840"/>
            <a:ext cx="86868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87739" y="2423160"/>
            <a:ext cx="57912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87739" y="2697480"/>
            <a:ext cx="72390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87739" y="2971800"/>
            <a:ext cx="38608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55868" y="1463040"/>
            <a:ext cx="2663876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8748" y="1737360"/>
            <a:ext cx="1091605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8748" y="2011680"/>
            <a:ext cx="57452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38748" y="2286000"/>
            <a:ext cx="344717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38748" y="2560320"/>
            <a:ext cx="45962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38748" y="2834640"/>
            <a:ext cx="2298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3376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3376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0509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05091" y="2074774"/>
            <a:ext cx="15848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55504" y="1856232"/>
            <a:ext cx="7353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55504" y="1975104"/>
            <a:ext cx="51477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55504" y="2176272"/>
            <a:ext cx="62508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580592" y="2176272"/>
            <a:ext cx="15627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239783" y="1463040"/>
            <a:ext cx="2663876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22663" y="1691640"/>
            <a:ext cx="1723587" cy="1645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146250" y="1691640"/>
            <a:ext cx="574529" cy="16459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422663" y="189280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26133" y="189280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22663" y="1964131"/>
            <a:ext cx="172358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74398" y="1964131"/>
            <a:ext cx="20117" cy="2121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84457" y="2166214"/>
            <a:ext cx="1097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30761" y="2331720"/>
            <a:ext cx="903013" cy="1645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33774" y="2331720"/>
            <a:ext cx="387006" cy="16459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30761" y="253288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13657" y="253288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30761" y="2604211"/>
            <a:ext cx="90301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72209" y="2604211"/>
            <a:ext cx="20117" cy="2121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882267" y="2806294"/>
            <a:ext cx="1097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028571" y="2971800"/>
            <a:ext cx="124597" cy="20116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153169" y="2971800"/>
            <a:ext cx="235351" cy="201168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88519" y="2971800"/>
            <a:ext cx="207662" cy="201168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596182" y="2971800"/>
            <a:ext cx="124597" cy="201168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96596" y="3630168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96596" y="3922776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80512" y="3630168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80512" y="3922776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64428" y="3630168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164428" y="3922776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48343" y="3630168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cadena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148343" y="3922776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filtro dentro de otro. Cada nivel abre el siguiente y declara su propia base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costado, llave sobre varias categorías y filtros en cadena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 la llave de dependencia, 32.27 x 5.71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2026-10-07T21:15:17Z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