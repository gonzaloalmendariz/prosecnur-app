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6649" y="44805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36649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719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548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014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930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371948" y="5916168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371948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93284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93284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284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3284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88137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425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0453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741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597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885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965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5253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5507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3795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81378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81378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538478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538478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813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642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045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74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8559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88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696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525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3550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5379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813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8813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3847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721358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61638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44518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307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95950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2675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9638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12174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95054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38478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538478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53847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1358" y="5220337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61638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44518" y="5220337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3070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95950" y="5220337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26758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9638" y="5220337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2174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195054" y="5220337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538478" y="5220337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538478" y="5037457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3847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721358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961638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44518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307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95950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2675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09638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12174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5054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538478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21358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4451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307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95950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2675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09638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12174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95054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538478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2001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01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1155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1155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6371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371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0916" y="5440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1196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94076" y="5440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62628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45508" y="5440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76316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759196" y="5440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1732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44612" y="5440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1119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94076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2628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45508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6316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59196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1732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44612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4552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4552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0916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1119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94076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262628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45508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6316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759196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1732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944612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06598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659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35328" y="32918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935328" y="31089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30444" y="6099048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30444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43009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25889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43009" y="5221224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43009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7576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58642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75762" y="54864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27576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48712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1592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2841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11296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48712" y="55778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48712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35328" y="60716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35328" y="58887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7278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55668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44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237324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72788" y="5916168"/>
            <a:ext cx="34290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472788" y="5733288"/>
            <a:ext cx="3429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9.53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6610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8988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835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6436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366108" y="5916168"/>
            <a:ext cx="38252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366108" y="5733288"/>
            <a:ext cx="3825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10.63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07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2956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464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29348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076" y="5870448"/>
            <a:ext cx="52517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076" y="5687568"/>
            <a:ext cx="52517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14.59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7454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74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597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08852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74540" y="5870448"/>
            <a:ext cx="31912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74540" y="5687568"/>
            <a:ext cx="31912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8.86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5285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1145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376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664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7670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5958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52857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52857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767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5965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2820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1108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9663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79512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376776" y="5870448"/>
            <a:ext cx="490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376776" y="5687568"/>
            <a:ext cx="490118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13.61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939796" y="2286000"/>
            <a:ext cx="8963863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24.90 x 7.62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5225796" y="1874520"/>
            <a:ext cx="6586423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5225796" y="169164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18.30 x 9.96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2493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781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561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849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2057400"/>
            <a:ext cx="7958023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22676" y="18745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22.11 x 9.83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24932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24932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65176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3464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8244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53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651760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760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28803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28803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11268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11268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76682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4970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0126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18414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3570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18582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739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56782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8383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6671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766822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66822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846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99872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52577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08654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3570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858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939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3227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480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768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846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15846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9321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7609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80314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986022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307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9595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82675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0963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4574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40318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093214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093214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721358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2765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10534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99838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82718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113526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96406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74420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927086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538478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538478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5531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38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5016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7896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47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76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55312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5531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53847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21358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61638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44518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3070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95950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26758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09638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12174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5054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538478" y="43891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42062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3847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21358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961638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44518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307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95950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2675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9638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12174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95054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538478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538478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72462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55342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44518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3382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1670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74751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3039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3781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6107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172462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172462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27724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0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89708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89708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7724" y="58064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7724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68970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2588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78884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61764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951068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33948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64756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7636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89543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78316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689708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689708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689708" y="58064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689708" y="56235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7246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55342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4088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23766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9231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75198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06006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88886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53668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19566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72462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72462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93536" y="5824728"/>
            <a:ext cx="2636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93536" y="5641848"/>
            <a:ext cx="2636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7.32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85688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85688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2026-10-07T20:01:25Z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