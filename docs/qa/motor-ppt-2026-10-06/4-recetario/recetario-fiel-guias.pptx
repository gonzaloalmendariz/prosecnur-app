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86000" y="57607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86000" y="55778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97480" y="3246120"/>
            <a:ext cx="7498080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97480" y="3063240"/>
            <a:ext cx="74980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1, 10, 72, 94 y 1 casos de 178, 20.83 x 4.57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371948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371948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8137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8137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813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8813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38478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538478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538478" y="5220337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538478" y="5037457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538478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538478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1196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94076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62628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45508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6316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59196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1732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44612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111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940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26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455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63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591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17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446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91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1119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9407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6262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4550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631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5919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173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94461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43009" y="5221224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43009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75762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7576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48712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712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72788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472788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366108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366108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8439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6727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2078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0366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905530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90553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25.15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84396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84396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860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689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3745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2033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031236" y="2194560"/>
            <a:ext cx="750082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31236" y="2011680"/>
            <a:ext cx="7500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20.84 x 9.45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186020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86020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52857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52857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376776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376776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2493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2493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651760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760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766822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66822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846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15846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93214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93214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538478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538478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55312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5531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38478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538478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538478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172462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172462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7724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7724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689708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689708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72462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72462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508760"/>
            <a:ext cx="11615623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32.27 x 11.18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2026-10-07T19:32:39Z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